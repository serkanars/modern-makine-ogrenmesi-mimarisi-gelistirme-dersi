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Alegreya"/>
      <p:regular r:id="rId201314"/>
    </p:embeddedFont>
    <p:embeddedFont>
      <p:font typeface="Alegreya Bold"/>
      <p:regular r:id="rId201315"/>
    </p:embeddedFont>
    <p:embeddedFont>
      <p:font typeface="Jost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Bugün herkesin dilinde olan Python’ın nasıl ortaya çıktığını konuşacağız. Büyük bir şirket siparişiyle değil, tek bir geliştiricinin pratik bir arayışıyla başlayan bu yolculuk, programlamaya bakışımızı tamamen değiştirdi.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Guido van Rossum sıkıcı bir Noel haftasında evde vakit geçirmek için bu projeye başladı. 1991'de paylaştığında topluluk öyle sahiplendi ki dil hızla akademik çevrelerin dışına taştı.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bir boşluktan doğdu: C dilinde her küçük değişiklik için saatler harcamak gerekiyordu. Kabuk dilleri ise büyük veriyi işleyemiyordu. Python tam bu iki uç noktanın arasına yerleşti.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Python'ı ilk kez görenlerin dikkatini çeken şey iki nokta ve girintilerdir. Bu miras ABC dilinden geldi; ama Guido, ABC'nin hatasını tekrarlamadı ve dili dış dünyaya sonuna kadar açık tuttu.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Python'ı vazgeçilmez kılan şey, hem bir ilkokul öğrencisinin hem de bir yapay zekâ araştırmacısının aynı dili aynı rahatlıkla kullanabilmesidir. Şimdi pratik yapmaya hazırız.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B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B7D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7C8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B4D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5DA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87388"/>
            <a:ext cx="5821614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28" kern="100" dirty="0">
                <a:solidFill>
                  <a:srgbClr val="1D1E1B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Python’ın hikâyesi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609585" y="2389088"/>
            <a:ext cx="5821515" cy="12601"/>
          </a:xfrm>
          <a:prstGeom prst="roundRect">
            <a:avLst>
              <a:gd name="adj" fmla="val 49998"/>
            </a:avLst>
          </a:prstGeom>
          <a:solidFill>
            <a:srgbClr val="1D1E1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529205"/>
            <a:ext cx="5821614" cy="46226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bir tatil projesinden dünyanın en sevilen diline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4084657"/>
            <a:ext cx="582161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Meraklı bir başlangıç.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 Karmaşık kurallar ve yorucu sözdizimleri yerine, insan zihninin düşünme biçimine en yakın dili arayan bir yazılımcının serüveni.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6052344"/>
            <a:ext cx="643119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D1E1B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python temelleri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349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0265" y="6042819"/>
            <a:ext cx="347862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fig. 1 — 1990’ların başında okunabilir kod arayışı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8177"/>
            <a:ext cx="6995045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1D1E1B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Python bir Noel tatilinde doğdu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936849"/>
            <a:ext cx="6994945" cy="12601"/>
          </a:xfrm>
          <a:prstGeom prst="roundRect">
            <a:avLst>
              <a:gd name="adj" fmla="val 49998"/>
            </a:avLst>
          </a:prstGeom>
          <a:solidFill>
            <a:srgbClr val="1D1E1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076966"/>
            <a:ext cx="6995045" cy="46226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Aralık 1989’dan ilk açık sürüme uzanan takvim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73846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72664"/>
            <a:ext cx="22300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Aralık 1989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3771424"/>
            <a:ext cx="2230084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Guido van Rossum, Amsterdam’daki CWI enstitüsünde Noel tatilinde Python’ı yazmaya başladı.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065" y="2673846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92065" y="3372664"/>
            <a:ext cx="22300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1990 Boyunca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992065" y="3771424"/>
            <a:ext cx="2230084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Amoeba işletim sisteminde sistem yöneticiliği görevlerini kolaylaştıran araçlar üretildi.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545" y="2673846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74545" y="3372664"/>
            <a:ext cx="22300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Şubat 1991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5374545" y="3771424"/>
            <a:ext cx="2230084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İlk sürüm: Python 0.9.0, alt.sources haber grubunda tüm dünyaya açık kaynak olarak sunuldu.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09585" y="5377874"/>
            <a:ext cx="699504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Monty Python esintisi.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 Dilin adı sanıldığı gibi bir yılandan değil, Guido’nun çok sevdiği İngiliz komedi grubu Monty Python’s Flying Circus’tan gelir.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280888" y="609600"/>
            <a:ext cx="2301222" cy="5143500"/>
          </a:xfrm>
          <a:prstGeom prst="rect">
            <a:avLst/>
          </a:prstGeom>
          <a:noFill/>
          <a:ln w="12700">
            <a:solidFill>
              <a:srgbClr val="1D1E1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888" y="609600"/>
            <a:ext cx="2301222" cy="5143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80888" y="5836444"/>
            <a:ext cx="230122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45423B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fig. 2 — CWI Amsterdam çalışma ortamı, 1989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61230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1D1E1B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Python neden yapıldı?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2753221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D1E1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893338"/>
            <a:ext cx="10972526" cy="46226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sistem araçları yazarken duyulan pratik bir ihtiyaç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3500801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İhtiyaç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941068"/>
            <a:ext cx="5257668" cy="904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C dilinde sistem araçları geliştirmek fazla uzun sürüyordu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Amoeba projesi için daha yüksek seviyeli ve hızlı bir dile ihtiyaç vardı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2" y="3500801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Hedef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24442" y="3941385"/>
            <a:ext cx="52576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Okunabilir, pratik ve Unix dünyasına yakın bir dil.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9498" y="3490218"/>
            <a:ext cx="12700" cy="1355030"/>
          </a:xfrm>
          <a:prstGeom prst="rect">
            <a:avLst/>
          </a:prstGeom>
          <a:solidFill>
            <a:srgbClr val="6E6A6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8177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1D1E1B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ABC’den Python’a: öğretilebilirlik fikri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35016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D1E1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90285"/>
            <a:ext cx="10972526" cy="46226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öğrenci dostu bir felsefenin modern sistem mimarisiyle buluşması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2087166"/>
            <a:ext cx="4206075" cy="3370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ABC mirası.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 Guido daha önce programcı olmayanlara kod yazmayı öğretmek için tasarlanan ABC dilinin geliştirilmesinde çalışmıştı.</a:t>
            </a:r>
            <a:endParaRPr lang="en-US" sz="1600" dirty="0"/>
          </a:p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Girintiler (Indentation).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 Süslü parantezler yerine boşluk girintileriyle blok yapısı kurma fikri doğrudan ABC’den alındı. Kodun biçimi, doğrudan kodun mantığı oldu.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Açık sistem devrimi.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 ABC kapalı ve dışarıyla konuşamayan bir yapıya sahipti. Python ise C kütüphaneleriyle genişletilebilir ve işletim sistemine tam entegre kılındı.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77" y="2118320"/>
            <a:ext cx="3809905" cy="3809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92376" y="2718586"/>
            <a:ext cx="1226138" cy="10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i="1" spc="-10" kern="100" dirty="0">
                <a:solidFill>
                  <a:srgbClr val="FFFFFF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Shared Ideals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892377" y="2896145"/>
            <a:ext cx="1226138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Readable syntax and indentation-based blocks.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740156" y="2718586"/>
            <a:ext cx="1226137" cy="10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i="1" spc="-10" kern="100" dirty="0">
                <a:solidFill>
                  <a:srgbClr val="FFFFFF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Unix Access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740156" y="2896145"/>
            <a:ext cx="1226137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Seamless system integration and scripting capabilities.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92376" y="4566411"/>
            <a:ext cx="1226138" cy="10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i="1" spc="-10" kern="100" dirty="0">
                <a:solidFill>
                  <a:srgbClr val="FFFFFF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 Extensibility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892377" y="4743970"/>
            <a:ext cx="1226138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Embed C for performance and native modules.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40156" y="4566411"/>
            <a:ext cx="1226137" cy="10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i="1" spc="-10" kern="100" dirty="0">
                <a:solidFill>
                  <a:srgbClr val="FFFFFF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Open Libraries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740156" y="4743970"/>
            <a:ext cx="1226137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Vast open-source ecosystem and package reuse.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72749" y="6011565"/>
            <a:ext cx="630936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45423B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fig. 3 — ABC’nin eğitim odaklı yapısından Python’ın esnek ekosistemine geçiş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8177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1D1E1B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Python neden bu kadar yayıldı?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35016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D1E1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90285"/>
            <a:ext cx="10972526" cy="46226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okunabilir sözdiziminden yapay zekâ çağının öncülüğüne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87166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725740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Okunabilirlik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3121243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Sade ve doğrudan sözdizimi, yeni başlayanların sözlük ezberlemeden mantığa odaklanmasını sağladı.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14" y="2087166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8914" y="2725740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Zengin Ekosistem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428914" y="3121243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Web geliştirmeden veri analizine ve yapay zekâya kadar her alana uygun devasa kütüphane desteği.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087166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8244" y="2725740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B2A26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Açık Topluluk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248244" y="3121243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Dünya çapında gönüllülerin katkısıyla büyüyen, paylaşımı ve dokümantasyonu önceleyen kapsayıcı kültür.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2087166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67573" y="2725740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931A45"/>
                </a:solidFill>
                <a:latin typeface="Alegreya Bold" pitchFamily="34" charset="0"/>
                <a:ea typeface="Alegreya Bold" pitchFamily="34" charset="-122"/>
                <a:cs typeface="Alegreya Bold" pitchFamily="34" charset="-120"/>
              </a:rPr>
              <a:t>Sıradaki Adım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9067573" y="3121243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2A26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Kavramsal yolculuğu tamamladık. Şimdi bu sade fikirleri ilk kod satırlarımızla çalıştırma zamanı!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09585" y="5908675"/>
            <a:ext cx="10972526" cy="6350"/>
          </a:xfrm>
          <a:prstGeom prst="rect">
            <a:avLst/>
          </a:prstGeom>
          <a:solidFill>
            <a:srgbClr val="6E6A60"/>
          </a:solidFill>
          <a:ln/>
        </p:spPr>
      </p:sp>
      <p:sp>
        <p:nvSpPr>
          <p:cNvPr id="18" name="Text 12"/>
          <p:cNvSpPr/>
          <p:nvPr/>
        </p:nvSpPr>
        <p:spPr>
          <a:xfrm>
            <a:off x="609585" y="6042819"/>
            <a:ext cx="1097252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45423B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Dersin köprüsü: Tarihçeyi geride bırakıp bir sonraki derste ilk Python fonksiyonumuzu birlikte yazacağız.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2026-10-12T07:18:48Z</dcterms:created>
  <dcterms:modified xsi:type="dcterms:W3CDTF">2026-10-12T07:18:48Z</dcterms:modified>
</cp:coreProperties>
</file>